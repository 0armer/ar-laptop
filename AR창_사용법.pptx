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참가자에게 이 장을 보여주며 실험 개요를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기능씩 뒤에서 자세히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2B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참가자용 안내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0574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 창 배치 시스템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977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A8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화면의 창을 공중으로 꺼내어 원하는 자리에 놓는 실험입니다.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A8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손동작 몇 가지만 익히면 됩니다.</a:t>
            </a:r>
            <a:endParaRPr lang="en-US" sz="1500" dirty="0"/>
          </a:p>
        </p:txBody>
      </p:sp>
      <p:pic>
        <p:nvPicPr>
          <p:cNvPr id="5" name="Image 0" descr="/home/claude/manual/img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148840"/>
            <a:ext cx="4206240" cy="2578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가지만 하면 됩니다. 순서는 자유입니다.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0607040" cy="2148840"/>
          </a:xfrm>
          <a:prstGeom prst="roundRect">
            <a:avLst>
              <a:gd name="adj" fmla="val 510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5" name="Image 0" descr="/home/claude/manual/img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20240"/>
            <a:ext cx="9509760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4531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07592" y="4416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꺼내기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307592" y="475488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창을 공중으로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74720" y="4434840"/>
            <a:ext cx="384048" cy="384048"/>
          </a:xfrm>
          <a:prstGeom prst="ellipse">
            <a:avLst/>
          </a:prstGeom>
          <a:solidFill>
            <a:srgbClr val="E85A54"/>
          </a:solidFill>
          <a:ln w="12700">
            <a:solidFill>
              <a:srgbClr val="E85A5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44531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005072" y="4416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005072" y="475488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자리에 놓기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4434840"/>
            <a:ext cx="384048" cy="384048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44531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02552" y="4416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조절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702552" y="475488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싶은 만큼 늘리기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869680" y="4434840"/>
            <a:ext cx="384048" cy="384048"/>
          </a:xfrm>
          <a:prstGeom prst="ellipse">
            <a:avLst/>
          </a:prstGeom>
          <a:solidFill>
            <a:srgbClr val="9B7BE0"/>
          </a:solidFill>
          <a:ln w="12700">
            <a:solidFill>
              <a:srgbClr val="9B7B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69680" y="44531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400032" y="4416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400032" y="475488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있는 창끼리 잇기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가리키기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조작은 손끝에서 나오는 선으로 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앞으로 들면 손끝에서 선이 나옵니다.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선이 닿는 곳이 지금 가리키는 곳입니다.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204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엄지와 검지를 붙이는 것을 ‘핀치’라고 합니다.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425696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439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61688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클릭도 드래그도 모두 이 핀치 하나로 합니다.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조작은 헤드셋 카메라가 손을 봐야 됩니다. 손이 몸이나 다른 손에 가려지면 인식되지 않습니다.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23" name="Image 0" descr="/home/claude/manual/img/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꺼내기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화면의 창을 공중으로 가져옵니다.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화면 위에서 원하는 창을 주먹으로 잡으세요.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잡은 채로 화면 바깥으로 천천히 빼세요.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204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 기다리면 창이 공중에 나타납니다.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안 나와도 괜찮습니다. 화면 밖에서 0.5초쯤 기다리면 나옵니다.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20" name="Image 0" descr="/home/claude/manual/img/e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내려놓기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들고 있던 창을 그 자리에 둡니다.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창을 원하는 위치까지 들고 가세요.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주먹을 펴면 그 자리에 놓입니다.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한 번에 활짝 펴면 창이 흔들립니다. 검지와 엄지를 먼저 펴면 제자리에 놓입니다.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17" name="Image 0" descr="/home/claude/manual/img/pl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옮기기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놓인 창의 자리를 바꿉니다.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공중에 있는 창을 주먹으로 잡으세요.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움직이면 창이 따라옵니다.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204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주먹을 펴면 새 자리에 놓입니다.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손으로 잡으면 창을 돌리거나 기울일 수도 있습니다.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20" name="Image 0" descr="/home/claude/manual/img/m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늘리기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 가장자리를 끌어 내용을 더 봅니다.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 위·아래·좌·우 가장자리에 하늘색 막대가 있습니다.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가까이 가면 나타납니다. 핀치해서 바깥으로 끄세요.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204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방향으로만 늘어나서 창의 가로세로 비율이 바뀝니다.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커지는 게 아니라 안 보이던 내용이 더 보입니다. 문서의 아랫줄까지 나옵니다.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20" name="Image 0" descr="/home/claude/manual/img/resize_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크기 바꾸기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전체를 크게 또는 작게 만듭니다.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꼭짓점의 주황색 네모를 핀치하세요.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안쪽으로 끌면 작아지고, 바깥으로 끌면 커집니다.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내용은 그대로이고 크기만 바뀝니다. 멀리 두고 싶을 때 크게 하세요.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17" name="Image 0" descr="/home/claude/manual/img/resize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클릭하기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공중의 창을 실제로 조작합니다.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창에서 누르고 싶은 곳을 가리키세요.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핀치하면 클릭됩니다.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컴퓨터에서 마우스로 클릭한 것과 똑같이 동작합니다.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17" name="Image 0" descr="/home/claude/manual/img/cl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스크롤하기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문서의 아래쪽을 봅니다.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창을 핀치한 채로 유지하세요.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위아래로 움직이면 내용이 따라 움직입니다.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9B7BE0"/>
          </a:solidFill>
          <a:ln w="12700">
            <a:solidFill>
              <a:srgbClr val="9B7B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화면을 손으로 밀어 올리는 것과 같습니다.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17" name="Image 0" descr="/home/claude/manual/img/sc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되돌리기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공중의 창을 컴퓨터로 돌려보냅니다.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돌려보낼 창을 주먹으로 잡으세요.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화면 위에 겹치도록 가져가세요.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204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 대고 있으면 컴퓨터로 들어갑니다.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떼지 않은 채로도 됩니다. 다시 빼면 또 나옵니다.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20" name="Image 0" descr="/home/claude/manual/img/ins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창끼리 선 잇기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있는 창 두 개를 화살표로 연결합니다.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손으로 첫 번째 창을 핀치한 채로 두세요.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손으로 두 번째 창을 핀치하세요.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204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창에서 두 번째 창으로 화살표가 생깁니다.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9B7BE0"/>
          </a:solidFill>
          <a:ln w="12700">
            <a:solidFill>
              <a:srgbClr val="9B7B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 순서로 다시 하면 화살표 방향이 바뀝니다.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20" name="Image 0" descr="/home/claude/manual/img/link_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컴퓨터와 선 잇기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창이 어디서 나왔는지 표시합니다.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손으로 컴퓨터 화면을 핀치한 채로 두세요.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손으로 공중의 창을 핀치하세요.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204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컴퓨터에서 창으로 화살표가 생깁니다.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 방법은 창끼리 잇는 것과 같습니다. 순서만 바꾸면 됩니다.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20" name="Image 0" descr="/home/claude/manual/img/link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지우기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이었거나 필요 없어진 선을 없앱니다.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가운데의 작은 사각형을 주먹으로 잡으세요.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멀리 치우듯 손을 옮기면 선이 사라집니다.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창은 그대로 남고 선만 없어집니다.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17" name="Image 0" descr="/home/claude/manual/img/link_rem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475488" cy="475488"/>
          </a:xfrm>
          <a:prstGeom prst="ellipse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576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5029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조작 잠그기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44752" y="10972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 쉬거나 실수를 막고 싶을 때 씁니다.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1901952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83794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손을 짝 마주치세요.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7919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조작이 잠깁니다. 창이 움직이지 않습니다.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584448"/>
            <a:ext cx="347472" cy="347472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027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204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더 치면 다시 켜집니다.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" y="516636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5468112"/>
            <a:ext cx="310896" cy="310896"/>
          </a:xfrm>
          <a:prstGeom prst="ellipse">
            <a:avLst/>
          </a:prstGeom>
          <a:solidFill>
            <a:srgbClr val="E9A33A"/>
          </a:solidFill>
          <a:ln w="12700">
            <a:solidFill>
              <a:srgbClr val="E9A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54772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52852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편 채로 확실히 부딪혀야 합니다. 가까이 대기만 하면 안 됩니다.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914400"/>
            <a:ext cx="5029200" cy="5166360"/>
          </a:xfrm>
          <a:prstGeom prst="roundRect">
            <a:avLst>
              <a:gd name="adj" fmla="val 25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20" name="Image 0" descr="/home/claude/manual/img/cl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883664"/>
            <a:ext cx="4754880" cy="32278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143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안 될 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203704"/>
            <a:ext cx="329184" cy="329184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2219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손이 인식되지 않아요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514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헤드셋 카메라가 손을 봐야 합니다. 몸이나 다른 손에 가려지지 않게 앞으로 드세요.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136392"/>
            <a:ext cx="329184" cy="329184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546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081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창이 안 꺼내져요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4472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밖으로 뺀 뒤 0.5초쯤 기다려 주세요.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4069080"/>
            <a:ext cx="329184" cy="329184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08736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014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실수로 뭔가 바뀌었어요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37997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괜찮습니다. 되돌릴 필요 없이 그대로 진행하세요.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5001768"/>
            <a:ext cx="329184" cy="329184"/>
          </a:xfrm>
          <a:prstGeom prst="ellipse">
            <a:avLst/>
          </a:prstGeom>
          <a:solidFill>
            <a:srgbClr val="2BB3CC"/>
          </a:solidFill>
          <a:ln w="12700">
            <a:solidFill>
              <a:srgbClr val="2BB3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0200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밖에 무엇이든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31266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연구자에게 편하게 말씀해 주세요.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35240" y="2103120"/>
            <a:ext cx="3566160" cy="2926080"/>
          </a:xfrm>
          <a:prstGeom prst="roundRect">
            <a:avLst>
              <a:gd name="adj" fmla="val 4375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B3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정답은 없습니다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291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A8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편한 대로 창을 놓으시면 됩니다.</a:t>
            </a:r>
            <a:endParaRPr lang="en-US" sz="13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A8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놓으셨는지를 보는 실험이라</a:t>
            </a:r>
            <a:endParaRPr lang="en-US" sz="135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A8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잘하고 못하고가 없습니다.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32301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창 배치 시스템 사용법</dc:title>
  <dc:subject>PptxGenJS Presentation</dc:subject>
  <dc:creator>한준희</dc:creator>
  <cp:lastModifiedBy>한준희</cp:lastModifiedBy>
  <cp:revision>1</cp:revision>
  <dcterms:created xsi:type="dcterms:W3CDTF">2026-09-16T06:36:13Z</dcterms:created>
  <dcterms:modified xsi:type="dcterms:W3CDTF">2026-09-16T06:36:13Z</dcterms:modified>
</cp:coreProperties>
</file>